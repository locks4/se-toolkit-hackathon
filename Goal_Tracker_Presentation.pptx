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Goal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 Duolingo-style goal tracking app with streaks, gems, and calendar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754880"/>
            <a:ext cx="4876495" cy="1645920"/>
          </a:xfrm>
          <a:prstGeom prst="roundRect">
            <a:avLst/>
          </a:prstGeom>
          <a:solidFill>
            <a:srgbClr val="5566D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4846320"/>
            <a:ext cx="3962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Alexey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212080"/>
            <a:ext cx="3962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📧 a.petrov@innopolis.university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532120"/>
            <a:ext cx="3962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👥 Group: DSAI-05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852160"/>
            <a:ext cx="3962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🐙 github.com/Locks4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67EEA"/>
                </a:solidFill>
              </a:defRPr>
            </a:pPr>
            <a:r>
              <a:t>🎯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128016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7EEA"/>
                </a:solidFill>
              </a:defRPr>
            </a:pPr>
            <a: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</a:defRPr>
            </a:pPr>
            <a:r>
              <a:t>End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Students and professionals who want to build consistent daily habits and track personal goals with gamified motivation.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1277295" cy="128016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7EEA"/>
                </a:solidFill>
              </a:defRPr>
            </a:pPr>
            <a:r>
              <a:t>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People struggle to maintain consistency with their goals. Without proper tracking and motivation, it's easy to lose track of progress and break streaks.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2011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</a:defRPr>
            </a:pPr>
            <a: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Goal Tracker combines Duolingo's addictive streak system with personal goal tracking to help users build consistent habits through gamification, visual progress tracking, and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67EEA"/>
                </a:solidFill>
              </a:defRPr>
            </a:pPr>
            <a:r>
              <a:t>⚙️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7EEA"/>
                </a:solidFill>
              </a:defRPr>
            </a:pPr>
            <a:r>
              <a:t>🔧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Backend: Python FastAPI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Frontend: React + TypeScript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Database: SQLite (SQLAlchemy)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Auth: JWT tokens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Deployment: Docker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7EEA"/>
                </a:solidFill>
              </a:defRPr>
            </a:pPr>
            <a:r>
              <a:t>📦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RESTful API backend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Single-page React frontend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Date-specific goal tracking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Per-day subgoal completion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Calendar heatmap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64BA2"/>
                </a:solidFill>
              </a:defRPr>
            </a:pPr>
            <a:r>
              <a:t>🚀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5303520" cy="23774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76D2"/>
                </a:solidFill>
              </a:defRPr>
            </a:pPr>
            <a:r>
              <a:t>Version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Basic goal CRUD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Streak tracking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Gems system (5 gems per freeze)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Calendar view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User 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486400" cy="23774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8E3C"/>
                </a:solidFill>
              </a:defRPr>
            </a:pPr>
            <a:r>
              <a:t>Version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Subgoals with daily tracking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One-time scheduled goals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Day navigation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Beautiful UI modals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Docker deployment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Desktop app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0" cy="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7C00"/>
                </a:solidFill>
              </a:defRPr>
            </a:pPr>
            <a:r>
              <a:t>📝 Not Created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67EEA"/>
                </a:solidFill>
              </a:defRPr>
            </a:pPr>
            <a:r>
              <a:t>🎬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77295" cy="2286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Version 2 demonstration with voice-over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11277295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56404"/>
                </a:solidFill>
              </a:defRPr>
            </a:pPr>
            <a:r>
              <a:t>✅ Demo video has been added to the repository!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7EEA"/>
                </a:solidFill>
              </a:defRPr>
            </a:pPr>
            <a:r>
              <a:t>Features Demonstrated: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User registration &amp;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937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Adding daily &amp; one-time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Completing goals &amp; earning gems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Subgoals with daily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Calendar heatmap 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852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Streak freezes &amp; stats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67EEA"/>
                </a:solidFill>
              </a:defRPr>
            </a:pPr>
            <a:r>
              <a:t>🔗 Links &amp;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7EEA"/>
                </a:solidFill>
              </a:defRPr>
            </a:pPr>
            <a:r>
              <a:t>📂 GitHub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011680"/>
            <a:ext cx="2286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QR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Scan me!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github.com/Locks4/se-toolkit-hackathon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7EEA"/>
                </a:solidFill>
              </a:defRPr>
            </a:pPr>
            <a:r>
              <a:t>🌐 Deployed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2286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Scan me!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localhost:80 (docker compose up -d)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77295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📖 Documentation: README.md | DEPLOYMENT.md | API Docs at /docs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Quick Deploy: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EEA"/>
                </a:solidFill>
              </a:defRPr>
            </a:pPr>
            <a:r>
              <a:t>git clone https://github.com/Locks4/se-toolkit-hackathon.git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EEA"/>
                </a:solidFill>
              </a:defRPr>
            </a:pPr>
            <a:r>
              <a:t>cd se-toolkit-hackathon &amp;&amp; docker compose up -d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